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8" r:id="rId7"/>
    <p:sldId id="259" r:id="rId8"/>
    <p:sldId id="261" r:id="rId9"/>
    <p:sldId id="260" r:id="rId1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2375E-4099-4BC4-B606-852531921DD8}" v="1" dt="2026-06-22T19:53:47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7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4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24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78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51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4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2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9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69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0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37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12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7.jpeg"/><Relationship Id="rId7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reativefabrica.com/de/product/music-sound-audio-icon/" TargetMode="External"/><Relationship Id="rId5" Type="http://schemas.openxmlformats.org/officeDocument/2006/relationships/hyperlink" Target="https://www.blog.major-fish.de/wie-gross-und-wie-alt-werden-hechte/" TargetMode="External"/><Relationship Id="rId4" Type="http://schemas.openxmlformats.org/officeDocument/2006/relationships/hyperlink" Target="https://de.dreamstime.com/pixel-art-unterwasserszene-mit-bunten-fischen-und-korallenriffen-image36003093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F4EFCF-B501-2460-8A21-3B3EC200A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de-AT" sz="5800" dirty="0"/>
              <a:t>Ömer </a:t>
            </a:r>
            <a:r>
              <a:rPr lang="de-AT" sz="5800" dirty="0" err="1"/>
              <a:t>goes</a:t>
            </a:r>
            <a:r>
              <a:rPr lang="de-AT" sz="5800" dirty="0"/>
              <a:t> </a:t>
            </a:r>
            <a:r>
              <a:rPr lang="de-AT" sz="5800" dirty="0" err="1"/>
              <a:t>fishing</a:t>
            </a:r>
            <a:endParaRPr lang="en-AT" sz="58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BD21F3-CEF1-5236-DF7C-E3A6C5465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de-AT" dirty="0"/>
              <a:t>von Emirhan &amp; Ömer</a:t>
            </a:r>
            <a:endParaRPr lang="en-AT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FB9115F5-9E66-FFE9-668D-C73564B10C4D}"/>
              </a:ext>
            </a:extLst>
          </p:cNvPr>
          <p:cNvSpPr txBox="1"/>
          <p:nvPr/>
        </p:nvSpPr>
        <p:spPr>
          <a:xfrm>
            <a:off x="7535756" y="5632485"/>
            <a:ext cx="439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Angelabenteuer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4735F7-8FC8-87FA-302A-B7F3A9793476}"/>
              </a:ext>
            </a:extLst>
          </p:cNvPr>
          <p:cNvSpPr/>
          <p:nvPr/>
        </p:nvSpPr>
        <p:spPr>
          <a:xfrm>
            <a:off x="-91440" y="-237740"/>
            <a:ext cx="7599004" cy="70957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4E5A26A-8052-9F32-BD87-EF72AB26D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616" y="681037"/>
            <a:ext cx="41148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3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4F01EA-CC84-2CD7-F15F-6BC79D0F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Warum Ömer </a:t>
            </a:r>
            <a:r>
              <a:rPr lang="de-AT" dirty="0" err="1"/>
              <a:t>goes</a:t>
            </a:r>
            <a:r>
              <a:rPr lang="de-AT" dirty="0"/>
              <a:t> </a:t>
            </a:r>
            <a:r>
              <a:rPr lang="de-AT" dirty="0" err="1"/>
              <a:t>fishing</a:t>
            </a:r>
            <a:r>
              <a:rPr lang="de-AT" dirty="0"/>
              <a:t>?</a:t>
            </a:r>
            <a:endParaRPr lang="en-AT" dirty="0"/>
          </a:p>
        </p:txBody>
      </p:sp>
      <p:pic>
        <p:nvPicPr>
          <p:cNvPr id="2050" name="Picture 2" descr="FISCHEN - MEIN CHALET am Schneeberg">
            <a:extLst>
              <a:ext uri="{FF2B5EF4-FFF2-40B4-BE49-F238E27FC236}">
                <a16:creationId xmlns:a16="http://schemas.microsoft.com/office/drawing/2014/main" id="{75179642-FFA4-6130-74D0-FC24BF3409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79" y="2468881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27B3A20-2628-AA4D-7CC0-E27B3C1AA9AB}"/>
              </a:ext>
            </a:extLst>
          </p:cNvPr>
          <p:cNvSpPr txBox="1"/>
          <p:nvPr/>
        </p:nvSpPr>
        <p:spPr>
          <a:xfrm>
            <a:off x="9283429" y="6461046"/>
            <a:ext cx="2908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https://www.chalet-schneeberg.at/fischen/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5CDC148-D8C4-22B9-FBBB-E0A977540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856" y="1257299"/>
            <a:ext cx="2028825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0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9D5FB-60D2-C944-F628-35E232F2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Das Spiel</a:t>
            </a:r>
            <a:endParaRPr lang="en-AT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7BB1D66-7BD5-8034-048A-27F1298D263A}"/>
              </a:ext>
            </a:extLst>
          </p:cNvPr>
          <p:cNvSpPr/>
          <p:nvPr/>
        </p:nvSpPr>
        <p:spPr>
          <a:xfrm>
            <a:off x="3056220" y="1077686"/>
            <a:ext cx="8814652" cy="56496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1028" name="Picture 4" descr="Piraten bilder, Piratenbilder, Piraten">
            <a:extLst>
              <a:ext uri="{FF2B5EF4-FFF2-40B4-BE49-F238E27FC236}">
                <a16:creationId xmlns:a16="http://schemas.microsoft.com/office/drawing/2014/main" id="{4857E6AB-F331-CF5F-F42C-C2AB620E6A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6190"/>
          <a:stretch/>
        </p:blipFill>
        <p:spPr bwMode="auto">
          <a:xfrm>
            <a:off x="640079" y="2133852"/>
            <a:ext cx="2416140" cy="411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5B2D8B2-22B0-E85F-3985-24D281B30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033" y="1944390"/>
            <a:ext cx="8485614" cy="383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0" name="Straight Connector 206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1" name="Rectangle 206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751511-8C46-EBFF-CC57-6C5B3122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579" y="5498833"/>
            <a:ext cx="9549183" cy="8399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Unser Plan für die Zukunft</a:t>
            </a:r>
          </a:p>
        </p:txBody>
      </p:sp>
      <p:cxnSp>
        <p:nvCxnSpPr>
          <p:cNvPr id="2072" name="Straight Connector 2064">
            <a:extLst>
              <a:ext uri="{FF2B5EF4-FFF2-40B4-BE49-F238E27FC236}">
                <a16:creationId xmlns:a16="http://schemas.microsoft.com/office/drawing/2014/main" id="{84EE7F79-08E8-405E-9B6D-B1560F34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85905" y="4423199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E509181E-B241-71AF-2ABA-3514B1684134}"/>
              </a:ext>
            </a:extLst>
          </p:cNvPr>
          <p:cNvSpPr txBox="1"/>
          <p:nvPr/>
        </p:nvSpPr>
        <p:spPr>
          <a:xfrm>
            <a:off x="8848539" y="4542881"/>
            <a:ext cx="2686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Fischsammelbuch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878958-8967-D690-89E4-D64E06DA660F}"/>
              </a:ext>
            </a:extLst>
          </p:cNvPr>
          <p:cNvSpPr txBox="1"/>
          <p:nvPr/>
        </p:nvSpPr>
        <p:spPr>
          <a:xfrm>
            <a:off x="6270171" y="4542971"/>
            <a:ext cx="2386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Sounds &amp; Musik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EF34FCA-EC36-9B53-1DE5-ECA651775FD3}"/>
              </a:ext>
            </a:extLst>
          </p:cNvPr>
          <p:cNvSpPr txBox="1"/>
          <p:nvPr/>
        </p:nvSpPr>
        <p:spPr>
          <a:xfrm>
            <a:off x="935806" y="4559237"/>
            <a:ext cx="2386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400" dirty="0"/>
              <a:t>Neue Welt</a:t>
            </a:r>
          </a:p>
        </p:txBody>
      </p:sp>
      <p:pic>
        <p:nvPicPr>
          <p:cNvPr id="1026" name="Picture 2" descr="Wie groß und wie alt werden Hechte?">
            <a:extLst>
              <a:ext uri="{FF2B5EF4-FFF2-40B4-BE49-F238E27FC236}">
                <a16:creationId xmlns:a16="http://schemas.microsoft.com/office/drawing/2014/main" id="{8A4B2219-3268-8A51-F82E-BB13FD237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236" y="1119144"/>
            <a:ext cx="2382729" cy="326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37808B7-5358-816D-0553-0D311C101497}"/>
              </a:ext>
            </a:extLst>
          </p:cNvPr>
          <p:cNvSpPr txBox="1"/>
          <p:nvPr/>
        </p:nvSpPr>
        <p:spPr>
          <a:xfrm>
            <a:off x="3658181" y="4567370"/>
            <a:ext cx="227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Fischgewichte</a:t>
            </a:r>
            <a:endParaRPr lang="de-AT" dirty="0"/>
          </a:p>
        </p:txBody>
      </p:sp>
      <p:pic>
        <p:nvPicPr>
          <p:cNvPr id="1030" name="Picture 6" descr="Pixel-Art-Unterwasserszene Mit Bunten Fischen Und Korallenriffen Stock  Abbildung - Illustration von wasser, kunst: 360030939">
            <a:extLst>
              <a:ext uri="{FF2B5EF4-FFF2-40B4-BE49-F238E27FC236}">
                <a16:creationId xmlns:a16="http://schemas.microsoft.com/office/drawing/2014/main" id="{9F9BDA9F-34A8-1D79-D410-048A25BC1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" t="291" r="56658" b="406"/>
          <a:stretch>
            <a:fillRect/>
          </a:stretch>
        </p:blipFill>
        <p:spPr bwMode="auto">
          <a:xfrm>
            <a:off x="1044333" y="1110347"/>
            <a:ext cx="2520000" cy="3269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DE001B9-32EA-845E-7D8E-D8C12D41D460}"/>
              </a:ext>
            </a:extLst>
          </p:cNvPr>
          <p:cNvSpPr txBox="1"/>
          <p:nvPr/>
        </p:nvSpPr>
        <p:spPr>
          <a:xfrm>
            <a:off x="9727" y="0"/>
            <a:ext cx="7891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900" dirty="0">
                <a:hlinkClick r:id="rId4"/>
              </a:rPr>
              <a:t>https://de.dreamstime.com/pixel-art-unterwasserszene-mit-bunten-fischen-und-korallenriffen-image360030939</a:t>
            </a:r>
            <a:endParaRPr lang="de-AT" sz="900" dirty="0"/>
          </a:p>
          <a:p>
            <a:r>
              <a:rPr lang="de-AT" sz="900" dirty="0">
                <a:hlinkClick r:id="rId5"/>
              </a:rPr>
              <a:t>https://www.blog.major-fish.de/wie-gross-und-wie-alt-werden-hechte/</a:t>
            </a:r>
            <a:endParaRPr lang="de-AT" sz="900" dirty="0"/>
          </a:p>
          <a:p>
            <a:r>
              <a:rPr lang="de-AT" sz="900" dirty="0">
                <a:hlinkClick r:id="rId6"/>
              </a:rPr>
              <a:t>https://www.creativefabrica.com/de/product/music-sound-audio-icon/</a:t>
            </a:r>
            <a:endParaRPr lang="de-AT" sz="900" dirty="0"/>
          </a:p>
          <a:p>
            <a:r>
              <a:rPr lang="de-AT" sz="900" dirty="0"/>
              <a:t>https://www.lfvbg.at/fischerei/plakat-fische-und-krebse-in-vorarlberg</a:t>
            </a:r>
          </a:p>
        </p:txBody>
      </p:sp>
      <p:pic>
        <p:nvPicPr>
          <p:cNvPr id="1034" name="Picture 10" descr="Music, Sound, Audio Icon Grafik Von 121icons · Creative Fabrica">
            <a:extLst>
              <a:ext uri="{FF2B5EF4-FFF2-40B4-BE49-F238E27FC236}">
                <a16:creationId xmlns:a16="http://schemas.microsoft.com/office/drawing/2014/main" id="{0F2AC2FC-A7E5-A264-745B-92D5AC2EA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2" r="19616" b="6563"/>
          <a:stretch>
            <a:fillRect/>
          </a:stretch>
        </p:blipFill>
        <p:spPr bwMode="auto">
          <a:xfrm>
            <a:off x="6181143" y="1253401"/>
            <a:ext cx="2565035" cy="2650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4BFEAF0-5F26-2279-3875-2E7CB71DC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8539" y="976270"/>
            <a:ext cx="2388517" cy="341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12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AD49D1-6B51-0A1E-3193-9E5BEF65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</a:t>
            </a:r>
            <a:endParaRPr lang="en-AT" dirty="0"/>
          </a:p>
        </p:txBody>
      </p:sp>
      <p:pic>
        <p:nvPicPr>
          <p:cNvPr id="1028" name="Picture 4" descr="Umgang mit Fehlern: Eine Lernkultur entwickeln – Deutsches Ärzteblatt">
            <a:extLst>
              <a:ext uri="{FF2B5EF4-FFF2-40B4-BE49-F238E27FC236}">
                <a16:creationId xmlns:a16="http://schemas.microsoft.com/office/drawing/2014/main" id="{7473B97C-8690-A4BB-0189-E8FEBB7BBB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57" y="2707107"/>
            <a:ext cx="53340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ehler Images – Browse 10,789 Stock Photos, Vectors, and Video | Adobe Stock">
            <a:extLst>
              <a:ext uri="{FF2B5EF4-FFF2-40B4-BE49-F238E27FC236}">
                <a16:creationId xmlns:a16="http://schemas.microsoft.com/office/drawing/2014/main" id="{C7728C65-446A-EE57-DA10-72E97CFB8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345" y="2512211"/>
            <a:ext cx="56864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31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A9E2D6-60E1-DEAA-9DFF-5461A2919C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523" y="388430"/>
            <a:ext cx="4114800" cy="549592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637A141-EC12-84BF-44FA-66B0C479C36A}"/>
              </a:ext>
            </a:extLst>
          </p:cNvPr>
          <p:cNvSpPr txBox="1"/>
          <p:nvPr/>
        </p:nvSpPr>
        <p:spPr>
          <a:xfrm>
            <a:off x="914401" y="2909456"/>
            <a:ext cx="7393922" cy="30664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Danke fürs Zuhören! </a:t>
            </a:r>
            <a:r>
              <a:rPr lang="en-US" sz="5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Euer</a:t>
            </a:r>
            <a:r>
              <a:rPr lang="en-US" sz="54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Ömer goes fishing Team!</a:t>
            </a:r>
            <a:endParaRPr lang="en-US" sz="5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221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b43926-4523-4705-b218-2ae8788f666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1FC14AF4D09C345B9E60AA8D501AD78" ma:contentTypeVersion="13" ma:contentTypeDescription="Ein neues Dokument erstellen." ma:contentTypeScope="" ma:versionID="75067304f10b7c22d292d2853e8e0d4f">
  <xsd:schema xmlns:xsd="http://www.w3.org/2001/XMLSchema" xmlns:xs="http://www.w3.org/2001/XMLSchema" xmlns:p="http://schemas.microsoft.com/office/2006/metadata/properties" xmlns:ns3="bab43926-4523-4705-b218-2ae8788f6664" xmlns:ns4="81a4727b-a206-4a44-8df9-57d9f1ed80df" targetNamespace="http://schemas.microsoft.com/office/2006/metadata/properties" ma:root="true" ma:fieldsID="d09ebd6cda47655329fbc0ebd8bbc4fb" ns3:_="" ns4:_="">
    <xsd:import namespace="bab43926-4523-4705-b218-2ae8788f6664"/>
    <xsd:import namespace="81a4727b-a206-4a44-8df9-57d9f1ed80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43926-4523-4705-b218-2ae8788f66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a4727b-a206-4a44-8df9-57d9f1ed80d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26D487-177E-42D6-8396-1A7A71AFFDB9}">
  <ds:schemaRefs>
    <ds:schemaRef ds:uri="bab43926-4523-4705-b218-2ae8788f6664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81a4727b-a206-4a44-8df9-57d9f1ed80df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ACC2B48-0E98-41B4-AD5A-B459D7005F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5EE7D2-83E1-4796-9E03-B63E12E2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43926-4523-4705-b218-2ae8788f6664"/>
    <ds:schemaRef ds:uri="81a4727b-a206-4a44-8df9-57d9f1ed80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Breitbild</PresentationFormat>
  <Paragraphs>17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Ömer goes fishing</vt:lpstr>
      <vt:lpstr>Warum Ömer goes fishing?</vt:lpstr>
      <vt:lpstr>Das Spiel</vt:lpstr>
      <vt:lpstr>Unser Plan für die Zukunft</vt:lpstr>
      <vt:lpstr>Probleme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ISIKLI Emirhan</dc:creator>
  <cp:lastModifiedBy>ISIKLI Emirhan</cp:lastModifiedBy>
  <cp:revision>5</cp:revision>
  <dcterms:created xsi:type="dcterms:W3CDTF">2025-05-27T09:46:24Z</dcterms:created>
  <dcterms:modified xsi:type="dcterms:W3CDTF">2026-06-22T21:52:26Z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0x01010031FC14AF4D09C345B9E60AA8D501AD78</vt:lpwstr>
  </property>
</Properties>
</file>